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2" r:id="rId6"/>
    <p:sldId id="264" r:id="rId7"/>
    <p:sldId id="270" r:id="rId8"/>
    <p:sldId id="276" r:id="rId9"/>
    <p:sldId id="277" r:id="rId10"/>
    <p:sldId id="263" r:id="rId11"/>
    <p:sldId id="266" r:id="rId12"/>
    <p:sldId id="267" r:id="rId13"/>
    <p:sldId id="275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SDQ7BC82RvNIiJoDFkE6XiIqs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62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8166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646386" y="1850009"/>
            <a:ext cx="10515601" cy="42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8166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1097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646386" y="1850009"/>
            <a:ext cx="10515601" cy="42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91755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2"/>
          </p:nvPr>
        </p:nvSpPr>
        <p:spPr>
          <a:xfrm>
            <a:off x="6072355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91755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2"/>
          </p:nvPr>
        </p:nvSpPr>
        <p:spPr>
          <a:xfrm>
            <a:off x="6072355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646387" y="365125"/>
            <a:ext cx="83399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833995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646387" y="365125"/>
            <a:ext cx="83399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8339960" cy="414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10862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53392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2"/>
          </p:nvPr>
        </p:nvSpPr>
        <p:spPr>
          <a:xfrm>
            <a:off x="6169575" y="1825625"/>
            <a:ext cx="53392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End Slide" preserve="1">
  <p:cSld name="Large Pictur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945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End Slide" preserve="1">
  <p:cSld name="22_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1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6" r:id="rId10"/>
    <p:sldLayoutId id="2147483667" r:id="rId11"/>
    <p:sldLayoutId id="2147483668" r:id="rId12"/>
    <p:sldLayoutId id="2147483674" r:id="rId13"/>
    <p:sldLayoutId id="21474836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vsachink22/StockSense-RA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devsachink22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51A81D-80C1-4D62-B82A-D9F60673E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7333"/>
            <a:ext cx="9144000" cy="1324897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StockSense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-RAG (News Impact on Stocks)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24E3DC-628E-43B0-8258-E94D35E44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2231"/>
            <a:ext cx="9144000" cy="260746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RAG Project by Sachin Kumar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https://github.com/devsachink22/StockSense-RAG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41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EC674-E9CB-4C31-83A3-B03197403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1489"/>
            <a:ext cx="9144000" cy="8433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StockSense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4B1A9FB-6F94-434D-9B45-4154BF157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4879"/>
            <a:ext cx="9144000" cy="3518854"/>
          </a:xfrm>
        </p:spPr>
        <p:txBody>
          <a:bodyPr>
            <a:normAutofit lnSpcReduction="1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Stock markets react to news + sentiment, not just numerical data.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Traditional models (Regression, Classification, technical indicators) ignore unstructured text.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Market movements often occur due to real-time events not captured in price chart.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Need a system that can predict and explain stock behavior using news context.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38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5DBCB3-BCD0-487C-9EA2-8999621F2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5114"/>
            <a:ext cx="9144000" cy="8040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StockSense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4A50EEE-181E-4462-AA8E-DB3CA9555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9176"/>
            <a:ext cx="9144000" cy="3184558"/>
          </a:xfrm>
        </p:spPr>
        <p:txBody>
          <a:bodyPr>
            <a:normAutofit lnSpcReduction="1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Develop an intelligent system that:</a:t>
            </a:r>
          </a:p>
          <a:p>
            <a:pPr marL="800100" lvl="1" indent="-342900" algn="l" defTabSz="457200">
              <a:lnSpc>
                <a:spcPct val="100000"/>
              </a:lnSpc>
              <a:spcBef>
                <a:spcPct val="20000"/>
              </a:spcBef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Retrieves relevant financial news</a:t>
            </a:r>
          </a:p>
          <a:p>
            <a:pPr marL="800100" lvl="1" indent="-342900" algn="l" defTabSz="457200">
              <a:lnSpc>
                <a:spcPct val="100000"/>
              </a:lnSpc>
              <a:spcBef>
                <a:spcPct val="20000"/>
              </a:spcBef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Embeds &amp; indexes text using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ChromaDB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00100" lvl="1" indent="-342900" algn="l" defTabSz="457200">
              <a:lnSpc>
                <a:spcPct val="100000"/>
              </a:lnSpc>
              <a:spcBef>
                <a:spcPct val="20000"/>
              </a:spcBef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Predicts next-day stock movement using ML (Random Forest)</a:t>
            </a:r>
          </a:p>
          <a:p>
            <a:pPr marL="800100" lvl="1" indent="-342900" algn="l" defTabSz="457200">
              <a:lnSpc>
                <a:spcPct val="100000"/>
              </a:lnSpc>
              <a:spcBef>
                <a:spcPct val="20000"/>
              </a:spcBef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Uses RAG (Retrieval-Augmented Generation) for explanation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Deliver interpretable insights combining data-driven prediction + news-driven reasoning.</a:t>
            </a:r>
          </a:p>
        </p:txBody>
      </p:sp>
    </p:spTree>
    <p:extLst>
      <p:ext uri="{BB962C8B-B14F-4D97-AF65-F5344CB8AC3E}">
        <p14:creationId xmlns:p14="http://schemas.microsoft.com/office/powerpoint/2010/main" val="190246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7687FB-CA4C-4F7C-AF64-EA963118F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2934"/>
            <a:ext cx="9144000" cy="7254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26E5C1-CB22-4178-A5E5-B2C2BD269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28335"/>
            <a:ext cx="9144000" cy="2890684"/>
          </a:xfrm>
        </p:spPr>
        <p:txBody>
          <a:bodyPr>
            <a:normAutofit fontScale="92500" lnSpcReduction="10000"/>
          </a:bodyPr>
          <a:lstStyle/>
          <a:p>
            <a:pPr marL="508000" indent="-457200" algn="just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Modeling</a:t>
            </a:r>
          </a:p>
          <a:p>
            <a:pPr marL="8509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OHLCV data → engineered features (returns, moving averages, momentum)</a:t>
            </a:r>
          </a:p>
          <a:p>
            <a:pPr marL="8509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for directional </a:t>
            </a:r>
          </a:p>
          <a:p>
            <a:pPr marL="508000" indent="-45720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Modeling</a:t>
            </a: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→ embeddings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SentenceTransformers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5200" lvl="1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</a:t>
            </a:r>
          </a:p>
          <a:p>
            <a:pPr marL="508000" indent="-45720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Integration</a:t>
            </a:r>
          </a:p>
          <a:p>
            <a:pPr marL="8509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articles + user query → LLM explanation</a:t>
            </a:r>
          </a:p>
        </p:txBody>
      </p:sp>
    </p:spTree>
    <p:extLst>
      <p:ext uri="{BB962C8B-B14F-4D97-AF65-F5344CB8AC3E}">
        <p14:creationId xmlns:p14="http://schemas.microsoft.com/office/powerpoint/2010/main" val="280204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A6257A-B286-40C1-B4F1-CAC430F1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1191495"/>
            <a:ext cx="10237924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A0F7E-2BF3-48A0-8D85-BCADA6B5A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2517058"/>
            <a:ext cx="10515601" cy="3615518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AI framework that combines information retrieval with large-language-model (LLM) reasoning to produce accurate, context-aware, and grounded responses.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 → Embedding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Relevant Documents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 LLM Prompt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Grounded Answer</a:t>
            </a:r>
          </a:p>
        </p:txBody>
      </p:sp>
    </p:spTree>
    <p:extLst>
      <p:ext uri="{BB962C8B-B14F-4D97-AF65-F5344CB8AC3E}">
        <p14:creationId xmlns:p14="http://schemas.microsoft.com/office/powerpoint/2010/main" val="300924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CA38E-533F-4731-A9BE-44B842E6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639097"/>
            <a:ext cx="10972800" cy="10515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846FD-2D57-4A02-B901-2943879B6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1850009"/>
            <a:ext cx="10972800" cy="4282567"/>
          </a:xfrm>
        </p:spPr>
        <p:txBody>
          <a:bodyPr>
            <a:normAutofit fontScale="92500" lnSpcReduction="10000"/>
          </a:bodyPr>
          <a:lstStyle/>
          <a:p>
            <a:pPr marL="508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Classification is an ensembled machine learning algorithm that combines multiple decision trees to make accurate and stable prediction.</a:t>
            </a:r>
          </a:p>
          <a:p>
            <a:pPr marL="508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Random?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 of Features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 of Data (Bootstrap)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Forest?</a:t>
            </a: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trains many trees, not just one.</a:t>
            </a:r>
          </a:p>
        </p:txBody>
      </p:sp>
    </p:spTree>
    <p:extLst>
      <p:ext uri="{BB962C8B-B14F-4D97-AF65-F5344CB8AC3E}">
        <p14:creationId xmlns:p14="http://schemas.microsoft.com/office/powerpoint/2010/main" val="320285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FBE3-F0F4-11FB-4119-F1B4CA7A0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06092"/>
            <a:ext cx="9144000" cy="7057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0E2418-06EA-5C7D-DC4D-9B592522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41" y="1911830"/>
            <a:ext cx="5948515" cy="480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A5DE-DDE0-1FC0-8BFA-9DD34713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096212-85F6-14F4-85B5-B4589DCC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1602659"/>
            <a:ext cx="10434569" cy="120890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095C3-EED4-E88F-5CF9-A3F36872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2811566"/>
            <a:ext cx="10434569" cy="1740770"/>
          </a:xfrm>
        </p:spPr>
        <p:txBody>
          <a:bodyPr>
            <a:normAutofit/>
          </a:bodyPr>
          <a:lstStyle/>
          <a:p>
            <a:r>
              <a:rPr lang="en-US" dirty="0"/>
              <a:t>High interpretability (news-backed reasoning)</a:t>
            </a:r>
          </a:p>
          <a:p>
            <a:r>
              <a:rPr lang="en-US" dirty="0"/>
              <a:t>Modular architecture</a:t>
            </a:r>
          </a:p>
          <a:p>
            <a:r>
              <a:rPr lang="en-US" dirty="0"/>
              <a:t>Practical for finance research /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06088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5E4E-5895-9E33-875C-25AF83E0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ED69C0-E5B5-1EAE-A04B-6A782DC2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1956619"/>
            <a:ext cx="10972800" cy="10515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05E7B-5556-024C-31AE-16C1B092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2901600"/>
            <a:ext cx="10972800" cy="180759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dependency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deep sentiment scoring yet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 varies by ticker</a:t>
            </a:r>
          </a:p>
        </p:txBody>
      </p:sp>
    </p:spTree>
    <p:extLst>
      <p:ext uri="{BB962C8B-B14F-4D97-AF65-F5344CB8AC3E}">
        <p14:creationId xmlns:p14="http://schemas.microsoft.com/office/powerpoint/2010/main" val="3915653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7379A-BF09-4E0B-B04E-4C54E0900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877" y="952345"/>
            <a:ext cx="8166538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181B1-C312-4007-8096-0689CF82E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4877" y="2277908"/>
            <a:ext cx="10306749" cy="30511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classifier shows reasonable performance on next-day movement prediction.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retrieves highly relevant news using similarity search.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explanations are significantly more interpretable than raw ML outputs.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system improves contextual credibility of predictions.</a:t>
            </a:r>
          </a:p>
        </p:txBody>
      </p:sp>
    </p:spTree>
    <p:extLst>
      <p:ext uri="{BB962C8B-B14F-4D97-AF65-F5344CB8AC3E}">
        <p14:creationId xmlns:p14="http://schemas.microsoft.com/office/powerpoint/2010/main" val="248747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217292-A353-4EEF-A6A3-1C782D96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749" y="1705950"/>
            <a:ext cx="9102806" cy="124736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DA0FB-BE99-45F4-85CE-0D50A2D92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748" y="2868410"/>
            <a:ext cx="10544504" cy="1723256"/>
          </a:xfrm>
        </p:spPr>
        <p:txBody>
          <a:bodyPr/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StockSense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-RAG successfully unifies ML forecasting + RAG explanation.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transparency compared to pure ML models.</a:t>
            </a:r>
          </a:p>
        </p:txBody>
      </p:sp>
    </p:spTree>
    <p:extLst>
      <p:ext uri="{BB962C8B-B14F-4D97-AF65-F5344CB8AC3E}">
        <p14:creationId xmlns:p14="http://schemas.microsoft.com/office/powerpoint/2010/main" val="1441778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4F2199-52B6-4278-8C84-8E4D44B7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1238865"/>
            <a:ext cx="10434569" cy="120890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6FF3D-B95D-4DB3-AF8F-D04B43A5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2447773"/>
            <a:ext cx="10434569" cy="174077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sentiment quantification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transformer-based time-series prediction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for multi-step forecasting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61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55D55-3E06-42DD-8F24-32DC21DFF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365125"/>
            <a:ext cx="10862442" cy="6035675"/>
          </a:xfrm>
        </p:spPr>
        <p:txBody>
          <a:bodyPr/>
          <a:lstStyle/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https://www.linkedin.com/in/devsachink22/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96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396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Play</vt:lpstr>
      <vt:lpstr>Times New Roman</vt:lpstr>
      <vt:lpstr>Arial</vt:lpstr>
      <vt:lpstr>Office Theme</vt:lpstr>
      <vt:lpstr>StockSense-RAG (News Impact on Stocks)</vt:lpstr>
      <vt:lpstr>Problem Statement (StockSense)</vt:lpstr>
      <vt:lpstr>Project Objective (StockSense)</vt:lpstr>
      <vt:lpstr>Methodology</vt:lpstr>
      <vt:lpstr>Retrieval-Augmented Generation (RAG)</vt:lpstr>
      <vt:lpstr>Random Forest Classification</vt:lpstr>
      <vt:lpstr>Full System Architecture</vt:lpstr>
      <vt:lpstr>Strengths</vt:lpstr>
      <vt:lpstr>Limitations</vt:lpstr>
      <vt:lpstr>Results</vt:lpstr>
      <vt:lpstr>Conclusion</vt:lpstr>
      <vt:lpstr>Future Enhancements</vt:lpstr>
      <vt:lpstr>Thank You  https://www.linkedin.com/in/devsachink22/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Richardson, Grace Eva</dc:creator>
  <cp:lastModifiedBy>Sachin Kumar</cp:lastModifiedBy>
  <cp:revision>9</cp:revision>
  <dcterms:created xsi:type="dcterms:W3CDTF">2024-08-09T16:36:02Z</dcterms:created>
  <dcterms:modified xsi:type="dcterms:W3CDTF">2025-12-11T01:59:20Z</dcterms:modified>
</cp:coreProperties>
</file>